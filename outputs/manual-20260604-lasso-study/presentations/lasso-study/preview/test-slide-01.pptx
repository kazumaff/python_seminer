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4f3dfd865404055" /><Relationship Type="http://schemas.openxmlformats.org/officeDocument/2006/relationships/extended-properties" Target="/docProps/app.xml" Id="R48469c9a709a4955" /><Relationship Type="http://schemas.openxmlformats.org/officeDocument/2006/relationships/officeDocument" Target="/ppt/presentation.xml" Id="R29e0da62e78f465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7d942457621418b"/>
  </p:sldMasterIdLst>
  <p:notesMasterIdLst>
    <p:notesMasterId xmlns:r="http://schemas.openxmlformats.org/officeDocument/2006/relationships" r:id="R3e5191c63eb142f2"/>
  </p:notesMasterIdLst>
  <p:sldIdLst>
    <p:sldId xmlns:r="http://schemas.openxmlformats.org/officeDocument/2006/relationships" id="256" r:id="R45a6d9529ad04a8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afffa62a1b34726" /><Relationship Type="http://schemas.openxmlformats.org/officeDocument/2006/relationships/slideMaster" Target="/ppt/slideMasters/slideMaster1.xml" Id="R07d942457621418b" /><Relationship Type="http://schemas.openxmlformats.org/officeDocument/2006/relationships/notesMaster" Target="/ppt/notesMasters/notesMaster1.xml" Id="R3e5191c63eb142f2" /><Relationship Type="http://schemas.openxmlformats.org/officeDocument/2006/relationships/presProps" Target="/ppt/presProps.xml" Id="Ra91a6bcb430f4ca0" /><Relationship Type="http://schemas.openxmlformats.org/officeDocument/2006/relationships/viewProps" Target="/ppt/viewProps.xml" Id="R8a61f5dc102c4b6a" /><Relationship Type="http://schemas.openxmlformats.org/officeDocument/2006/relationships/tableStyles" Target="/ppt/tableStyles.xml" Id="R29bd75914634460b" /><Relationship Type="http://schemas.openxmlformats.org/officeDocument/2006/relationships/slide" Target="/ppt/slides/slide1.xml" Id="R45a6d9529ad04a8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5ff99f97f13417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d80ef527f940f8" /><Relationship Type="http://schemas.openxmlformats.org/officeDocument/2006/relationships/notesMaster" Target="/ppt/notesMasters/notesMaster1.xml" Id="R3d7e0f4e0f29432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7514d23c084f5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5457c5565874342" /><Relationship Type="http://schemas.openxmlformats.org/officeDocument/2006/relationships/slideLayout" Target="/ppt/slideLayouts/slideLayout1.xml" Id="Red7193d3cb184a8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d7193d3cb184a8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daf28db560482e" /><Relationship Type="http://schemas.openxmlformats.org/officeDocument/2006/relationships/notesSlide" Target="/ppt/notesSlides/notesSlide1.xml" Id="Rd8209e4c700f4fa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30F293-0632-436C-98CB-0146F025A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D05557-4807-4269-95E5-9CBFF60E2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D4B792-B1F4-4019-8EDD-18B7BE25A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8953500" cy="5257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第3回 調べ学習まとめ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84B103-96F5-43EE-A183-F7007AACE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30680"/>
            <a:ext cx="8191500" cy="3023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回帰モデルの原理と特徴を結びつけて説明する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FECB2D-2382-49F4-AD75-B03A1379F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9704"/>
            <a:ext cx="9906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最小二乗法、Lasso回帰、PLS回帰 / オートスケーリング、過学習、次元圧縮、回帰、線形、ハイパーパラメータ</a:t>
            </a:r>
          </a:p>
        </p:txBody>
      </p:sp>
    </p:spTree>
    <p:extLst>
      <p:ext uri="{BB962C8B-B14F-4D97-AF65-F5344CB8AC3E}">
        <p14:creationId xmlns:p14="http://schemas.microsoft.com/office/powerpoint/2010/main" val="5942713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2026-06-04T09:37:27.8300000Z</dcterms:created>
  <dcterms:modified xsi:type="dcterms:W3CDTF">2026-06-04T09:37:27.8300000Z</dcterms:modified>
</coreProperties>
</file>