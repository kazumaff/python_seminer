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7ab1f7b48f497e" /><Relationship Type="http://schemas.openxmlformats.org/officeDocument/2006/relationships/extended-properties" Target="/docProps/app.xml" Id="R2cb7d44bbaae48f0" /><Relationship Type="http://schemas.openxmlformats.org/officeDocument/2006/relationships/officeDocument" Target="/ppt/presentation.xml" Id="Rf6f75f0a50594d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e475cc96dc4fde"/>
  </p:sldMasterIdLst>
  <p:notesMasterIdLst>
    <p:notesMasterId xmlns:r="http://schemas.openxmlformats.org/officeDocument/2006/relationships" r:id="Rbfd7e81c85334669"/>
  </p:notesMasterIdLst>
  <p:sldIdLst>
    <p:sldId xmlns:r="http://schemas.openxmlformats.org/officeDocument/2006/relationships" id="256" r:id="R45599492928d4a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d722ba72a44517" /><Relationship Type="http://schemas.openxmlformats.org/officeDocument/2006/relationships/slideMaster" Target="/ppt/slideMasters/slideMaster1.xml" Id="R2be475cc96dc4fde" /><Relationship Type="http://schemas.openxmlformats.org/officeDocument/2006/relationships/notesMaster" Target="/ppt/notesMasters/notesMaster1.xml" Id="Rbfd7e81c85334669" /><Relationship Type="http://schemas.openxmlformats.org/officeDocument/2006/relationships/presProps" Target="/ppt/presProps.xml" Id="Rea2fae61a32846f9" /><Relationship Type="http://schemas.openxmlformats.org/officeDocument/2006/relationships/viewProps" Target="/ppt/viewProps.xml" Id="Rce6735ee1d19476e" /><Relationship Type="http://schemas.openxmlformats.org/officeDocument/2006/relationships/tableStyles" Target="/ppt/tableStyles.xml" Id="Rf54ad3020db74b12" /><Relationship Type="http://schemas.openxmlformats.org/officeDocument/2006/relationships/slide" Target="/ppt/slides/slide1.xml" Id="R45599492928d4a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b35c225ef44c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cbab273c2142f7" /><Relationship Type="http://schemas.openxmlformats.org/officeDocument/2006/relationships/notesMaster" Target="/ppt/notesMasters/notesMaster1.xml" Id="R597dec71c0304d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cd5dc426b240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f05ddc9db04bfe" /><Relationship Type="http://schemas.openxmlformats.org/officeDocument/2006/relationships/slideLayout" Target="/ppt/slideLayouts/slideLayout1.xml" Id="R50bb0875cb6946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bb0875cb6946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eda83db054c81" /><Relationship Type="http://schemas.openxmlformats.org/officeDocument/2006/relationships/notesSlide" Target="/ppt/notesSlides/notesSlide1.xml" Id="R85dbbdf17161448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7CBBDF-1F7B-41F3-B634-BFBBBADE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952500" cy="47625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15478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2026-06-10T11:01:53.1860000Z</dcterms:created>
  <dcterms:modified xsi:type="dcterms:W3CDTF">2026-06-10T11:01:53.1860000Z</dcterms:modified>
</coreProperties>
</file>