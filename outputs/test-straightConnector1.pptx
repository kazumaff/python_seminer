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e31a8162144c8f" /><Relationship Type="http://schemas.openxmlformats.org/officeDocument/2006/relationships/extended-properties" Target="/docProps/app.xml" Id="R5c47cf666d2f4377" /><Relationship Type="http://schemas.openxmlformats.org/officeDocument/2006/relationships/officeDocument" Target="/ppt/presentation.xml" Id="R0b25df6ee70d4c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bf1efe0e3645a0"/>
  </p:sldMasterIdLst>
  <p:notesMasterIdLst>
    <p:notesMasterId xmlns:r="http://schemas.openxmlformats.org/officeDocument/2006/relationships" r:id="R56313c713b1a4d15"/>
  </p:notesMasterIdLst>
  <p:sldIdLst>
    <p:sldId xmlns:r="http://schemas.openxmlformats.org/officeDocument/2006/relationships" id="256" r:id="R6f2927d4e0e84d0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9495ca934e458d" /><Relationship Type="http://schemas.openxmlformats.org/officeDocument/2006/relationships/slideMaster" Target="/ppt/slideMasters/slideMaster1.xml" Id="R20bf1efe0e3645a0" /><Relationship Type="http://schemas.openxmlformats.org/officeDocument/2006/relationships/notesMaster" Target="/ppt/notesMasters/notesMaster1.xml" Id="R56313c713b1a4d15" /><Relationship Type="http://schemas.openxmlformats.org/officeDocument/2006/relationships/presProps" Target="/ppt/presProps.xml" Id="Rca74de6a56fb4b31" /><Relationship Type="http://schemas.openxmlformats.org/officeDocument/2006/relationships/viewProps" Target="/ppt/viewProps.xml" Id="R3ec24861edfe4362" /><Relationship Type="http://schemas.openxmlformats.org/officeDocument/2006/relationships/tableStyles" Target="/ppt/tableStyles.xml" Id="Rf8dab1f7bbda4866" /><Relationship Type="http://schemas.openxmlformats.org/officeDocument/2006/relationships/slide" Target="/ppt/slides/slide1.xml" Id="R6f2927d4e0e84d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e00038139442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1d8ed031f8417f" /><Relationship Type="http://schemas.openxmlformats.org/officeDocument/2006/relationships/notesMaster" Target="/ppt/notesMasters/notesMaster1.xml" Id="Re52da79e680044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17a0116c1543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5e1aa072014093" /><Relationship Type="http://schemas.openxmlformats.org/officeDocument/2006/relationships/slideLayout" Target="/ppt/slideLayouts/slideLayout1.xml" Id="Rc442408114f842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42408114f842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97a5f724a4738" /><Relationship Type="http://schemas.openxmlformats.org/officeDocument/2006/relationships/notesSlide" Target="/ppt/notesSlides/notesSlide1.xml" Id="Rfe30b5b758bd4f4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" name=""/>
          <p:cNvCxnSpPr/>
          <p:nvPr/>
        </p:nvCxnSpPr>
        <p:spPr>
          <a:xfrm xmlns:a="http://schemas.openxmlformats.org/drawingml/2006/main">
            <a:off x="95250" y="95250"/>
            <a:ext cx="95250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940491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2026-06-10T11:01:53.1410000Z</dcterms:created>
  <dcterms:modified xsi:type="dcterms:W3CDTF">2026-06-10T11:01:53.1410000Z</dcterms:modified>
</coreProperties>
</file>