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31d0eccac4590" /><Relationship Type="http://schemas.openxmlformats.org/officeDocument/2006/relationships/extended-properties" Target="/docProps/app.xml" Id="R06378038bf744c3b" /><Relationship Type="http://schemas.openxmlformats.org/officeDocument/2006/relationships/officeDocument" Target="/ppt/presentation.xml" Id="Ra4e986853e444f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22bc39bfd541b1"/>
  </p:sldMasterIdLst>
  <p:notesMasterIdLst>
    <p:notesMasterId xmlns:r="http://schemas.openxmlformats.org/officeDocument/2006/relationships" r:id="Rae4982a05e454997"/>
  </p:notesMasterIdLst>
  <p:sldIdLst>
    <p:sldId xmlns:r="http://schemas.openxmlformats.org/officeDocument/2006/relationships" id="256" r:id="Rbb481b2cd70940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e45ada498c40fa" /><Relationship Type="http://schemas.openxmlformats.org/officeDocument/2006/relationships/slideMaster" Target="/ppt/slideMasters/slideMaster1.xml" Id="R9622bc39bfd541b1" /><Relationship Type="http://schemas.openxmlformats.org/officeDocument/2006/relationships/notesMaster" Target="/ppt/notesMasters/notesMaster1.xml" Id="Rae4982a05e454997" /><Relationship Type="http://schemas.openxmlformats.org/officeDocument/2006/relationships/presProps" Target="/ppt/presProps.xml" Id="R8351a07490ff491b" /><Relationship Type="http://schemas.openxmlformats.org/officeDocument/2006/relationships/viewProps" Target="/ppt/viewProps.xml" Id="Rd57356488a23425c" /><Relationship Type="http://schemas.openxmlformats.org/officeDocument/2006/relationships/tableStyles" Target="/ppt/tableStyles.xml" Id="R738b3730e6bd49b1" /><Relationship Type="http://schemas.openxmlformats.org/officeDocument/2006/relationships/slide" Target="/ppt/slides/slide1.xml" Id="Rbb481b2cd70940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d6c06dd5a34e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e1f376653147d4" /><Relationship Type="http://schemas.openxmlformats.org/officeDocument/2006/relationships/notesMaster" Target="/ppt/notesMasters/notesMaster1.xml" Id="Re8e9ea3269ac4c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61a51b51540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eafab31b848be" /><Relationship Type="http://schemas.openxmlformats.org/officeDocument/2006/relationships/slideLayout" Target="/ppt/slideLayouts/slideLayout1.xml" Id="R421782d0c65241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1782d0c65241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97e2534654e69" /><Relationship Type="http://schemas.openxmlformats.org/officeDocument/2006/relationships/notesSlide" Target="/ppt/notesSlides/notesSlide1.xml" Id="Rab684eb1b45f47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618044-39A6-4E56-96F1-7B4DB329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95250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783311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2026-06-10T11:01:53.0530000Z</dcterms:created>
  <dcterms:modified xsi:type="dcterms:W3CDTF">2026-06-10T11:01:53.0530000Z</dcterms:modified>
</coreProperties>
</file>