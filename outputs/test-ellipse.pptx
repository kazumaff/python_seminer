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e5f02ef764f7d" /><Relationship Type="http://schemas.openxmlformats.org/officeDocument/2006/relationships/extended-properties" Target="/docProps/app.xml" Id="Ra64885ac927e4658" /><Relationship Type="http://schemas.openxmlformats.org/officeDocument/2006/relationships/officeDocument" Target="/ppt/presentation.xml" Id="Rb101064542ea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d3bd9f392f49b1"/>
  </p:sldMasterIdLst>
  <p:notesMasterIdLst>
    <p:notesMasterId xmlns:r="http://schemas.openxmlformats.org/officeDocument/2006/relationships" r:id="R8182d79e72964db1"/>
  </p:notesMasterIdLst>
  <p:sldIdLst>
    <p:sldId xmlns:r="http://schemas.openxmlformats.org/officeDocument/2006/relationships" id="256" r:id="R2f65a5f6a45d4d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35fa6bb9e34015" /><Relationship Type="http://schemas.openxmlformats.org/officeDocument/2006/relationships/slideMaster" Target="/ppt/slideMasters/slideMaster1.xml" Id="R28d3bd9f392f49b1" /><Relationship Type="http://schemas.openxmlformats.org/officeDocument/2006/relationships/notesMaster" Target="/ppt/notesMasters/notesMaster1.xml" Id="R8182d79e72964db1" /><Relationship Type="http://schemas.openxmlformats.org/officeDocument/2006/relationships/presProps" Target="/ppt/presProps.xml" Id="R277389cd7dd24540" /><Relationship Type="http://schemas.openxmlformats.org/officeDocument/2006/relationships/viewProps" Target="/ppt/viewProps.xml" Id="Rb23a8565fb5a4bf6" /><Relationship Type="http://schemas.openxmlformats.org/officeDocument/2006/relationships/tableStyles" Target="/ppt/tableStyles.xml" Id="R714931a1bdf24ddf" /><Relationship Type="http://schemas.openxmlformats.org/officeDocument/2006/relationships/slide" Target="/ppt/slides/slide1.xml" Id="R2f65a5f6a45d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7e504ef6cb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92a6bd1c242f1" /><Relationship Type="http://schemas.openxmlformats.org/officeDocument/2006/relationships/notesMaster" Target="/ppt/notesMasters/notesMaster1.xml" Id="R41ef4527c6774b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354231388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8815b30fe49aa" /><Relationship Type="http://schemas.openxmlformats.org/officeDocument/2006/relationships/slideLayout" Target="/ppt/slideLayouts/slideLayout1.xml" Id="R4cab67aca1b64d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ab67aca1b64d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e7d38c3e4486" /><Relationship Type="http://schemas.openxmlformats.org/officeDocument/2006/relationships/notesSlide" Target="/ppt/notesSlides/notesSlide1.xml" Id="R4e1461a181f843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999CC-380E-4526-A391-709FB66E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18172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2026-06-10T11:01:53.0030000Z</dcterms:created>
  <dcterms:modified xsi:type="dcterms:W3CDTF">2026-06-10T11:01:53.0030000Z</dcterms:modified>
</coreProperties>
</file>