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7fe3e4a7f8430d" /><Relationship Type="http://schemas.openxmlformats.org/officeDocument/2006/relationships/extended-properties" Target="/docProps/app.xml" Id="Rfb2a0751ff084d12" /><Relationship Type="http://schemas.openxmlformats.org/officeDocument/2006/relationships/officeDocument" Target="/ppt/presentation.xml" Id="Rb045cb1c670c4c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fa8b1796f0494d"/>
  </p:sldMasterIdLst>
  <p:notesMasterIdLst>
    <p:notesMasterId xmlns:r="http://schemas.openxmlformats.org/officeDocument/2006/relationships" r:id="R8375d3fd70754fd4"/>
  </p:notesMasterIdLst>
  <p:sldIdLst>
    <p:sldId xmlns:r="http://schemas.openxmlformats.org/officeDocument/2006/relationships" id="256" r:id="R05e71946e9684b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e4bc132b35436c" /><Relationship Type="http://schemas.openxmlformats.org/officeDocument/2006/relationships/slideMaster" Target="/ppt/slideMasters/slideMaster1.xml" Id="R29fa8b1796f0494d" /><Relationship Type="http://schemas.openxmlformats.org/officeDocument/2006/relationships/notesMaster" Target="/ppt/notesMasters/notesMaster1.xml" Id="R8375d3fd70754fd4" /><Relationship Type="http://schemas.openxmlformats.org/officeDocument/2006/relationships/presProps" Target="/ppt/presProps.xml" Id="R167c8128457a430a" /><Relationship Type="http://schemas.openxmlformats.org/officeDocument/2006/relationships/viewProps" Target="/ppt/viewProps.xml" Id="R9c00c8f10f2c4aa5" /><Relationship Type="http://schemas.openxmlformats.org/officeDocument/2006/relationships/tableStyles" Target="/ppt/tableStyles.xml" Id="R767ba6ddfe284c01" /><Relationship Type="http://schemas.openxmlformats.org/officeDocument/2006/relationships/slide" Target="/ppt/slides/slide1.xml" Id="R05e71946e9684b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e5c6e9d9934f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faf5c4dfc64fdb" /><Relationship Type="http://schemas.openxmlformats.org/officeDocument/2006/relationships/notesMaster" Target="/ppt/notesMasters/notesMaster1.xml" Id="R93dc835d37944b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095f7528349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9f95edbe1c42af" /><Relationship Type="http://schemas.openxmlformats.org/officeDocument/2006/relationships/slideLayout" Target="/ppt/slideLayouts/slideLayout1.xml" Id="R401bcf59f4fa4f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1bcf59f4fa4f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595c828fe4593" /><Relationship Type="http://schemas.openxmlformats.org/officeDocument/2006/relationships/notesSlide" Target="/ppt/notesSlides/notesSlide1.xml" Id="R42c3e37080814f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15E060-050C-46AD-92ED-503110D0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952500" cy="476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055413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2026-06-10T11:01:53.0940000Z</dcterms:created>
  <dcterms:modified xsi:type="dcterms:W3CDTF">2026-06-10T11:01:53.0940000Z</dcterms:modified>
</coreProperties>
</file>