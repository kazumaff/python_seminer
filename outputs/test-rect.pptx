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d843f251124e39" /><Relationship Type="http://schemas.openxmlformats.org/officeDocument/2006/relationships/extended-properties" Target="/docProps/app.xml" Id="Rc3fd422903104863" /><Relationship Type="http://schemas.openxmlformats.org/officeDocument/2006/relationships/officeDocument" Target="/ppt/presentation.xml" Id="R8c9509cf2f8b41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84e8fc378c420f"/>
  </p:sldMasterIdLst>
  <p:notesMasterIdLst>
    <p:notesMasterId xmlns:r="http://schemas.openxmlformats.org/officeDocument/2006/relationships" r:id="R54378bb9da8f45d5"/>
  </p:notesMasterIdLst>
  <p:sldIdLst>
    <p:sldId xmlns:r="http://schemas.openxmlformats.org/officeDocument/2006/relationships" id="256" r:id="R80627a8c72b346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c8b790dd9149ae" /><Relationship Type="http://schemas.openxmlformats.org/officeDocument/2006/relationships/slideMaster" Target="/ppt/slideMasters/slideMaster1.xml" Id="Rf984e8fc378c420f" /><Relationship Type="http://schemas.openxmlformats.org/officeDocument/2006/relationships/notesMaster" Target="/ppt/notesMasters/notesMaster1.xml" Id="R54378bb9da8f45d5" /><Relationship Type="http://schemas.openxmlformats.org/officeDocument/2006/relationships/presProps" Target="/ppt/presProps.xml" Id="R7067a8e35bfb4525" /><Relationship Type="http://schemas.openxmlformats.org/officeDocument/2006/relationships/viewProps" Target="/ppt/viewProps.xml" Id="R9fe6df6ea12e4bec" /><Relationship Type="http://schemas.openxmlformats.org/officeDocument/2006/relationships/tableStyles" Target="/ppt/tableStyles.xml" Id="Rebaf45d21940429f" /><Relationship Type="http://schemas.openxmlformats.org/officeDocument/2006/relationships/slide" Target="/ppt/slides/slide1.xml" Id="R80627a8c72b346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58201be10f43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a3b9e778cf46a3" /><Relationship Type="http://schemas.openxmlformats.org/officeDocument/2006/relationships/notesMaster" Target="/ppt/notesMasters/notesMaster1.xml" Id="R1c3649346f8d46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1f8f0b87645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a53c697fba402a" /><Relationship Type="http://schemas.openxmlformats.org/officeDocument/2006/relationships/slideLayout" Target="/ppt/slideLayouts/slideLayout1.xml" Id="R3fe0cd2e500a42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e0cd2e500a42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fd1b1f0454671" /><Relationship Type="http://schemas.openxmlformats.org/officeDocument/2006/relationships/notesSlide" Target="/ppt/notesSlides/notesSlide1.xml" Id="R1bac0d43b16e44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71FEA3-7798-4461-A1AF-35725037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16413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2026-06-10T11:01:52.7080000Z</dcterms:created>
  <dcterms:modified xsi:type="dcterms:W3CDTF">2026-06-10T11:01:52.7080000Z</dcterms:modified>
</coreProperties>
</file>